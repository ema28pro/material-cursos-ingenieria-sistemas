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755F-BD25-4FFC-B8D7-0EBFBCD589D3}" type="datetimeFigureOut">
              <a:rPr lang="es-CO" smtClean="0"/>
              <a:t>2/03/2023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D64F-8DE5-455D-9104-AFC822EEC33E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755F-BD25-4FFC-B8D7-0EBFBCD589D3}" type="datetimeFigureOut">
              <a:rPr lang="es-CO" smtClean="0"/>
              <a:t>2/03/2023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D64F-8DE5-455D-9104-AFC822EEC33E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755F-BD25-4FFC-B8D7-0EBFBCD589D3}" type="datetimeFigureOut">
              <a:rPr lang="es-CO" smtClean="0"/>
              <a:t>2/03/2023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E66BD64F-8DE5-455D-9104-AFC822EEC33E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755F-BD25-4FFC-B8D7-0EBFBCD589D3}" type="datetimeFigureOut">
              <a:rPr lang="es-CO" smtClean="0"/>
              <a:t>2/03/2023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D64F-8DE5-455D-9104-AFC822EEC33E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755F-BD25-4FFC-B8D7-0EBFBCD589D3}" type="datetimeFigureOut">
              <a:rPr lang="es-CO" smtClean="0"/>
              <a:t>2/03/2023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D64F-8DE5-455D-9104-AFC822EEC33E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755F-BD25-4FFC-B8D7-0EBFBCD589D3}" type="datetimeFigureOut">
              <a:rPr lang="es-CO" smtClean="0"/>
              <a:t>2/03/2023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D64F-8DE5-455D-9104-AFC822EEC33E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755F-BD25-4FFC-B8D7-0EBFBCD589D3}" type="datetimeFigureOut">
              <a:rPr lang="es-CO" smtClean="0"/>
              <a:t>2/03/2023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D64F-8DE5-455D-9104-AFC822EEC33E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755F-BD25-4FFC-B8D7-0EBFBCD589D3}" type="datetimeFigureOut">
              <a:rPr lang="es-CO" smtClean="0"/>
              <a:t>2/03/2023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D64F-8DE5-455D-9104-AFC822EEC33E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755F-BD25-4FFC-B8D7-0EBFBCD589D3}" type="datetimeFigureOut">
              <a:rPr lang="es-CO" smtClean="0"/>
              <a:t>2/03/2023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D64F-8DE5-455D-9104-AFC822EEC33E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755F-BD25-4FFC-B8D7-0EBFBCD589D3}" type="datetimeFigureOut">
              <a:rPr lang="es-CO" smtClean="0"/>
              <a:t>2/03/2023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D64F-8DE5-455D-9104-AFC822EEC33E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755F-BD25-4FFC-B8D7-0EBFBCD589D3}" type="datetimeFigureOut">
              <a:rPr lang="es-CO" smtClean="0"/>
              <a:t>2/03/2023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D64F-8DE5-455D-9104-AFC822EEC33E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53755F-BD25-4FFC-B8D7-0EBFBCD589D3}" type="datetimeFigureOut">
              <a:rPr lang="es-CO" smtClean="0"/>
              <a:t>2/03/2023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E66BD64F-8DE5-455D-9104-AFC822EEC33E}" type="slidenum">
              <a:rPr lang="es-CO" smtClean="0"/>
              <a:t>‹Nº›</a:t>
            </a:fld>
            <a:endParaRPr lang="es-C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Técnicas de conteo</a:t>
            </a:r>
          </a:p>
        </p:txBody>
      </p:sp>
    </p:spTree>
    <p:extLst>
      <p:ext uri="{BB962C8B-B14F-4D97-AF65-F5344CB8AC3E}">
        <p14:creationId xmlns:p14="http://schemas.microsoft.com/office/powerpoint/2010/main" val="1634448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80728"/>
            <a:ext cx="7848872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1899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772816"/>
            <a:ext cx="6942059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3214688"/>
            <a:ext cx="7200800" cy="69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955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1772816"/>
            <a:ext cx="7099455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00400"/>
            <a:ext cx="7560840" cy="736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36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40768"/>
            <a:ext cx="7094154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8669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00808"/>
            <a:ext cx="6783946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8423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556792"/>
            <a:ext cx="6628602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7373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556792"/>
            <a:ext cx="7200800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66701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Vért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55</TotalTime>
  <Words>3</Words>
  <Application>Microsoft Office PowerPoint</Application>
  <PresentationFormat>Presentación en pantalla (4:3)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Book Antiqua</vt:lpstr>
      <vt:lpstr>Lucida Sans</vt:lpstr>
      <vt:lpstr>Wingdings</vt:lpstr>
      <vt:lpstr>Wingdings 2</vt:lpstr>
      <vt:lpstr>Wingdings 3</vt:lpstr>
      <vt:lpstr>Vértice</vt:lpstr>
      <vt:lpstr>Técnicas de conteo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Técnicas de conteo</dc:title>
  <dc:creator>Chucalito1</dc:creator>
  <cp:lastModifiedBy>Asus</cp:lastModifiedBy>
  <cp:revision>7</cp:revision>
  <dcterms:created xsi:type="dcterms:W3CDTF">2017-09-04T15:13:43Z</dcterms:created>
  <dcterms:modified xsi:type="dcterms:W3CDTF">2023-03-02T19:05:28Z</dcterms:modified>
</cp:coreProperties>
</file>