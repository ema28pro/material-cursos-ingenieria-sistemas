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507DEFA-96EB-4E2C-BC27-A02468B4F84E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B524C8B-EBB0-4017-A062-69C042ABA208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Teoría de codificación y decodificación</a:t>
            </a:r>
          </a:p>
        </p:txBody>
      </p:sp>
    </p:spTree>
    <p:extLst>
      <p:ext uri="{BB962C8B-B14F-4D97-AF65-F5344CB8AC3E}">
        <p14:creationId xmlns:p14="http://schemas.microsoft.com/office/powerpoint/2010/main" val="24671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78" y="1556792"/>
            <a:ext cx="8477686" cy="310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72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328925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652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/>
              <a:t>Objetivo de la teoría de codificación y decodificación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  <a:p>
            <a:r>
              <a:rPr lang="es-CO" dirty="0"/>
              <a:t>Reducir la probabilidad de recibir mensajes diferentes a los que enviaron</a:t>
            </a:r>
          </a:p>
        </p:txBody>
      </p:sp>
    </p:spTree>
    <p:extLst>
      <p:ext uri="{BB962C8B-B14F-4D97-AF65-F5344CB8AC3E}">
        <p14:creationId xmlns:p14="http://schemas.microsoft.com/office/powerpoint/2010/main" val="367974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CO" dirty="0"/>
                  <a:t>Para codificar un mensaje :</a:t>
                </a:r>
              </a:p>
              <a:p>
                <a:r>
                  <a:rPr lang="es-CO" dirty="0"/>
                  <a:t>Se selecciona un entero n&gt;m</a:t>
                </a:r>
              </a:p>
              <a:p>
                <a:r>
                  <a:rPr lang="es-CO" dirty="0"/>
                  <a:t>Una función </a:t>
                </a:r>
                <a:r>
                  <a:rPr lang="es-CO" dirty="0" err="1"/>
                  <a:t>biyectiva</a:t>
                </a:r>
                <a:r>
                  <a:rPr lang="es-CO" dirty="0"/>
                  <a:t>  </a:t>
                </a:r>
              </a:p>
              <a:p>
                <a:r>
                  <a:rPr lang="es-CO" dirty="0"/>
                  <a:t>A la que se le denomina función codificadora (</a:t>
                </a:r>
                <a:r>
                  <a:rPr lang="es-CO" dirty="0" err="1"/>
                  <a:t>m,n</a:t>
                </a:r>
                <a:r>
                  <a:rPr lang="es-CO" dirty="0"/>
                  <a:t>).</a:t>
                </a:r>
              </a:p>
              <a:p>
                <a:endParaRPr lang="es-CO" dirty="0"/>
              </a:p>
              <a:p>
                <a:r>
                  <a:rPr lang="es-CO" dirty="0"/>
                  <a:t>Si b es elemento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smtClean="0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CO" dirty="0"/>
                  <a:t>, entonces e(b) es elemento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/>
                  <a:t>, donde e(b) es la palabra que representa a b.</a:t>
                </a:r>
              </a:p>
              <a:p>
                <a:r>
                  <a:rPr lang="es-CO" dirty="0"/>
                  <a:t>Cada clave x=e(b) será recibida como palabra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CO" dirty="0"/>
                  <a:t>de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/>
                  <a:t> . Si el canal de </a:t>
                </a:r>
                <a:r>
                  <a:rPr lang="es-CO" dirty="0" err="1"/>
                  <a:t>transmición</a:t>
                </a:r>
                <a:r>
                  <a:rPr lang="es-CO" dirty="0"/>
                  <a:t> no representa ruidos  el mensaje x=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s-CO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7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2479022"/>
            <a:ext cx="1921869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61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Códigos de grupo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CO" dirty="0"/>
                  <a:t>(</a:t>
                </a:r>
                <a:r>
                  <a:rPr lang="es-CO" dirty="0" err="1"/>
                  <a:t>m,n</a:t>
                </a:r>
                <a:r>
                  <a:rPr lang="es-CO" dirty="0"/>
                  <a:t>) 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 </m:t>
                        </m:r>
                        <m:r>
                          <a:rPr lang="es-CO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smtClean="0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CO" dirty="0"/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dirty="0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/>
                  <a:t>  </a:t>
                </a:r>
              </a:p>
              <a:p>
                <a:pPr marL="137160" indent="0">
                  <a:buNone/>
                </a:pPr>
                <a:r>
                  <a:rPr lang="es-CO" dirty="0"/>
                  <a:t>se denomina código de grupo si:</a:t>
                </a:r>
              </a:p>
              <a:p>
                <a:pPr marL="137160" indent="0">
                  <a:buNone/>
                </a:pPr>
                <a:r>
                  <a:rPr lang="es-CO" dirty="0"/>
                  <a:t>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>
                            <a:latin typeface="Cambria Math"/>
                          </a:rPr>
                          <m:t> </m:t>
                        </m:r>
                        <m:r>
                          <a:rPr lang="es-CO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CO" dirty="0"/>
                  <a:t>)={ e(b)/b</a:t>
                </a:r>
                <a:r>
                  <a:rPr lang="el-GR" dirty="0">
                    <a:latin typeface="Times New Roman"/>
                    <a:cs typeface="Times New Roman"/>
                  </a:rPr>
                  <a:t>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dirty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i="1" dirty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/>
                  <a:t> } bajo la operación suma mod2 denotada por </a:t>
                </a:r>
              </a:p>
              <a:p>
                <a:r>
                  <a:rPr lang="es-CO" dirty="0"/>
                  <a:t>Nota: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>
                            <a:latin typeface="Cambria Math"/>
                          </a:rPr>
                          <m:t> </m:t>
                        </m:r>
                        <m:r>
                          <a:rPr lang="es-CO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CO" dirty="0"/>
                  <a:t>,  con la </a:t>
                </a:r>
                <a:r>
                  <a:rPr lang="es-CO" dirty="0" err="1"/>
                  <a:t>op</a:t>
                </a:r>
                <a:r>
                  <a:rPr lang="es-CO" dirty="0"/>
                  <a:t> suma definida </a:t>
                </a:r>
                <a:r>
                  <a:rPr lang="es-CO" dirty="0" err="1"/>
                  <a:t>ant</a:t>
                </a:r>
                <a:r>
                  <a:rPr lang="es-CO" dirty="0"/>
                  <a:t>) es un grupo.</a:t>
                </a:r>
              </a:p>
              <a:p>
                <a:r>
                  <a:rPr lang="es-CO" dirty="0"/>
                  <a:t>Para determinar es un código de grupo basta con ver si tiene elemento 0=(0,…0), su inverso es el mismo  y que cumpla la clausurativa</a:t>
                </a:r>
              </a:p>
            </p:txBody>
          </p:sp>
        </mc:Choice>
        <mc:Fallback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25" r="-2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Rectángulo"/>
          <p:cNvSpPr/>
          <p:nvPr/>
        </p:nvSpPr>
        <p:spPr>
          <a:xfrm>
            <a:off x="2915816" y="3159425"/>
            <a:ext cx="413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⊕</a:t>
            </a:r>
          </a:p>
        </p:txBody>
      </p:sp>
    </p:spTree>
    <p:extLst>
      <p:ext uri="{BB962C8B-B14F-4D97-AF65-F5344CB8AC3E}">
        <p14:creationId xmlns:p14="http://schemas.microsoft.com/office/powerpoint/2010/main" val="79287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Ejemplo: </a:t>
            </a:r>
            <a:br>
              <a:rPr lang="es-CO" dirty="0"/>
            </a:b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37160" indent="0">
                  <a:buNone/>
                </a:pPr>
                <a:r>
                  <a:rPr lang="es-CO" dirty="0"/>
                  <a:t>Determinar si la función codificadora</a:t>
                </a:r>
              </a:p>
              <a:p>
                <a:pPr marL="137160" indent="0">
                  <a:buNone/>
                </a:pPr>
                <a:r>
                  <a:rPr lang="es-CO" dirty="0"/>
                  <a:t>(3,6) 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CO" dirty="0"/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dirty="0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s-CO" dirty="0"/>
              </a:p>
              <a:p>
                <a:r>
                  <a:rPr lang="es-CO" dirty="0"/>
                  <a:t>e(000)=000000</a:t>
                </a:r>
              </a:p>
              <a:p>
                <a:r>
                  <a:rPr lang="es-CO" dirty="0"/>
                  <a:t>e(001)=001100</a:t>
                </a:r>
              </a:p>
              <a:p>
                <a:r>
                  <a:rPr lang="es-CO" dirty="0"/>
                  <a:t>e(010)=010011</a:t>
                </a:r>
              </a:p>
              <a:p>
                <a:r>
                  <a:rPr lang="es-CO" dirty="0"/>
                  <a:t>e(011)=011111</a:t>
                </a:r>
              </a:p>
              <a:p>
                <a:r>
                  <a:rPr lang="es-CO" dirty="0"/>
                  <a:t>e(100)=100101</a:t>
                </a:r>
              </a:p>
              <a:p>
                <a:r>
                  <a:rPr lang="es-CO" dirty="0"/>
                  <a:t>e(101)=101001</a:t>
                </a:r>
              </a:p>
              <a:p>
                <a:r>
                  <a:rPr lang="es-CO" dirty="0"/>
                  <a:t>e(110)=110110</a:t>
                </a:r>
              </a:p>
              <a:p>
                <a:r>
                  <a:rPr lang="es-CO" dirty="0"/>
                  <a:t>e(111)=111010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96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37160" indent="0">
                  <a:buNone/>
                </a:pPr>
                <a:r>
                  <a:rPr lang="es-CO" dirty="0"/>
                  <a:t>Determinar si la función codificadora</a:t>
                </a:r>
              </a:p>
              <a:p>
                <a:pPr marL="137160" indent="0">
                  <a:buNone/>
                </a:pPr>
                <a:r>
                  <a:rPr lang="es-CO" dirty="0"/>
                  <a:t>(2,5) 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dirty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s-CO" b="0" i="1" dirty="0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s-CO" dirty="0"/>
              </a:p>
              <a:p>
                <a:r>
                  <a:rPr lang="es-CO" dirty="0"/>
                  <a:t>e(00)=00000</a:t>
                </a:r>
              </a:p>
              <a:p>
                <a:r>
                  <a:rPr lang="es-CO" dirty="0"/>
                  <a:t>e(01)=00111</a:t>
                </a:r>
              </a:p>
              <a:p>
                <a:r>
                  <a:rPr lang="es-CO" dirty="0"/>
                  <a:t>e(10)=01110</a:t>
                </a:r>
              </a:p>
              <a:p>
                <a:r>
                  <a:rPr lang="es-CO" dirty="0"/>
                  <a:t>e(11)=11111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0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Códigos de detección de errores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850527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048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8521921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860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484784"/>
            <a:ext cx="8398407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39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757A1-360C-10BE-ED84-9E957152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Detección de un bit de error código </a:t>
            </a:r>
            <a:r>
              <a:rPr lang="es-ES" dirty="0" err="1"/>
              <a:t>Hamming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4E39671-455A-8426-8F83-01FE44C41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60" y="1911140"/>
            <a:ext cx="8794079" cy="28083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EC24B55-767A-88BF-5022-DF12E38036AD}"/>
              </a:ext>
            </a:extLst>
          </p:cNvPr>
          <p:cNvSpPr txBox="1"/>
          <p:nvPr/>
        </p:nvSpPr>
        <p:spPr>
          <a:xfrm>
            <a:off x="457200" y="5157533"/>
            <a:ext cx="4572000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s-CO" sz="18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≥ p + i +1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p: paridad, i: datos o bits de información.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 del mensaje </a:t>
            </a:r>
            <a:r>
              <a:rPr lang="es-CO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p+i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99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941413E-F847-0CB0-A933-6F74C9A07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41" y="1513949"/>
            <a:ext cx="7727299" cy="3441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11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9C1F4F-3A7B-F02A-8130-59E9F365F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55" y="2420888"/>
            <a:ext cx="8885298" cy="2664296"/>
          </a:xfrm>
        </p:spPr>
      </p:pic>
    </p:spTree>
    <p:extLst>
      <p:ext uri="{BB962C8B-B14F-4D97-AF65-F5344CB8AC3E}">
        <p14:creationId xmlns:p14="http://schemas.microsoft.com/office/powerpoint/2010/main" val="218964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4238F05-604D-7C24-F848-92FD7B102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36" y="1988840"/>
            <a:ext cx="8206077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61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82307A-9B34-4647-16DE-717AA8492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66" y="899832"/>
            <a:ext cx="8625606" cy="411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29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1735</TotalTime>
  <Words>327</Words>
  <Application>Microsoft Office PowerPoint</Application>
  <PresentationFormat>Presentación en pantalla (4:3)</PresentationFormat>
  <Paragraphs>43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Book Antiqua</vt:lpstr>
      <vt:lpstr>Calibri</vt:lpstr>
      <vt:lpstr>Cambria Math</vt:lpstr>
      <vt:lpstr>Lucida Sans</vt:lpstr>
      <vt:lpstr>Times New Roman</vt:lpstr>
      <vt:lpstr>Wingdings</vt:lpstr>
      <vt:lpstr>Wingdings 2</vt:lpstr>
      <vt:lpstr>Wingdings 3</vt:lpstr>
      <vt:lpstr>Vértice</vt:lpstr>
      <vt:lpstr>Teoría de codificación y decodificación</vt:lpstr>
      <vt:lpstr>Presentación de PowerPoint</vt:lpstr>
      <vt:lpstr>Presentación de PowerPoint</vt:lpstr>
      <vt:lpstr>Objetivo de la teoría de codificación y decodificación</vt:lpstr>
      <vt:lpstr>Presentación de PowerPoint</vt:lpstr>
      <vt:lpstr>Códigos de grupo</vt:lpstr>
      <vt:lpstr>Ejemplo:  </vt:lpstr>
      <vt:lpstr>Ejemplo</vt:lpstr>
      <vt:lpstr>Códigos de detección de errores</vt:lpstr>
      <vt:lpstr>Ejemplo</vt:lpstr>
      <vt:lpstr>Ejemplo</vt:lpstr>
      <vt:lpstr>Detección de un bit de error código Hamming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Chucalito1</dc:creator>
  <cp:lastModifiedBy>Asus</cp:lastModifiedBy>
  <cp:revision>13</cp:revision>
  <dcterms:created xsi:type="dcterms:W3CDTF">2019-09-10T15:19:47Z</dcterms:created>
  <dcterms:modified xsi:type="dcterms:W3CDTF">2024-10-24T16:14:09Z</dcterms:modified>
</cp:coreProperties>
</file>