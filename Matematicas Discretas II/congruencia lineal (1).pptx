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32B38B0-EC45-47A7-BAC7-21F8903AFB19}" type="datetimeFigureOut">
              <a:rPr lang="es-CO" smtClean="0"/>
              <a:t>14/06/2022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48F0E34-F2EC-4318-8601-7408164210A6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204864"/>
            <a:ext cx="6400800" cy="1752600"/>
          </a:xfrm>
        </p:spPr>
        <p:txBody>
          <a:bodyPr>
            <a:normAutofit/>
          </a:bodyPr>
          <a:lstStyle/>
          <a:p>
            <a:r>
              <a:rPr lang="es-CO" sz="4000" b="1" dirty="0"/>
              <a:t>Congruencia lineal</a:t>
            </a:r>
          </a:p>
        </p:txBody>
      </p:sp>
    </p:spTree>
    <p:extLst>
      <p:ext uri="{BB962C8B-B14F-4D97-AF65-F5344CB8AC3E}">
        <p14:creationId xmlns:p14="http://schemas.microsoft.com/office/powerpoint/2010/main" val="372290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32656"/>
            <a:ext cx="7488832" cy="6153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7112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1628800"/>
            <a:ext cx="7750679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986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6AA1FB2-2A04-46B4-8CA4-3704CF45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76673"/>
            <a:ext cx="8064896" cy="615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4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340768"/>
            <a:ext cx="3456384" cy="4543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1460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204452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35091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24</TotalTime>
  <Words>2</Words>
  <Application>Microsoft Office PowerPoint</Application>
  <PresentationFormat>Presentación en pantalla (4:3)</PresentationFormat>
  <Paragraphs>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Book Antiqua</vt:lpstr>
      <vt:lpstr>Lucida Sans</vt:lpstr>
      <vt:lpstr>Wingdings</vt:lpstr>
      <vt:lpstr>Wingdings 2</vt:lpstr>
      <vt:lpstr>Wingdings 3</vt:lpstr>
      <vt:lpstr>Vértice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Chucalito1</dc:creator>
  <cp:lastModifiedBy>Asus</cp:lastModifiedBy>
  <cp:revision>5</cp:revision>
  <dcterms:created xsi:type="dcterms:W3CDTF">2017-08-23T14:44:08Z</dcterms:created>
  <dcterms:modified xsi:type="dcterms:W3CDTF">2022-06-14T15:55:26Z</dcterms:modified>
</cp:coreProperties>
</file>