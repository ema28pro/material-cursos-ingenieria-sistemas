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AEEE7-1896-4308-9488-B51C8F93006C}" type="datetimeFigureOut">
              <a:rPr lang="es-CO" smtClean="0"/>
              <a:t>17/03/2025</a:t>
            </a:fld>
            <a:endParaRPr lang="es-CO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6384-69E2-48D5-BBD4-94435BAC7AC1}" type="slidenum">
              <a:rPr lang="es-CO" smtClean="0"/>
              <a:t>‹Nº›</a:t>
            </a:fld>
            <a:endParaRPr lang="es-CO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AEEE7-1896-4308-9488-B51C8F93006C}" type="datetimeFigureOut">
              <a:rPr lang="es-CO" smtClean="0"/>
              <a:t>17/03/2025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6384-69E2-48D5-BBD4-94435BAC7AC1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AEEE7-1896-4308-9488-B51C8F93006C}" type="datetimeFigureOut">
              <a:rPr lang="es-CO" smtClean="0"/>
              <a:t>17/03/2025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24B26384-69E2-48D5-BBD4-94435BAC7AC1}" type="slidenum">
              <a:rPr lang="es-CO" smtClean="0"/>
              <a:t>‹Nº›</a:t>
            </a:fld>
            <a:endParaRPr lang="es-C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AEEE7-1896-4308-9488-B51C8F93006C}" type="datetimeFigureOut">
              <a:rPr lang="es-CO" smtClean="0"/>
              <a:t>17/03/2025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6384-69E2-48D5-BBD4-94435BAC7AC1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AEEE7-1896-4308-9488-B51C8F93006C}" type="datetimeFigureOut">
              <a:rPr lang="es-CO" smtClean="0"/>
              <a:t>17/03/2025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6384-69E2-48D5-BBD4-94435BAC7AC1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AEEE7-1896-4308-9488-B51C8F93006C}" type="datetimeFigureOut">
              <a:rPr lang="es-CO" smtClean="0"/>
              <a:t>17/03/2025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6384-69E2-48D5-BBD4-94435BAC7AC1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AEEE7-1896-4308-9488-B51C8F93006C}" type="datetimeFigureOut">
              <a:rPr lang="es-CO" smtClean="0"/>
              <a:t>17/03/2025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6384-69E2-48D5-BBD4-94435BAC7AC1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AEEE7-1896-4308-9488-B51C8F93006C}" type="datetimeFigureOut">
              <a:rPr lang="es-CO" smtClean="0"/>
              <a:t>17/03/2025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6384-69E2-48D5-BBD4-94435BAC7AC1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s-ES">
                <a:solidFill>
                  <a:schemeClr val="lt1"/>
                </a:solidFill>
                <a:latin typeface="+mn-lt"/>
                <a:ea typeface="+mn-ea"/>
                <a:cs typeface="+mn-cs"/>
              </a:rPr>
              <a:t>Haga clic en el icono para agregar una imagen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AEEE7-1896-4308-9488-B51C8F93006C}" type="datetimeFigureOut">
              <a:rPr lang="es-CO" smtClean="0"/>
              <a:t>17/03/2025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6384-69E2-48D5-BBD4-94435BAC7AC1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AEEE7-1896-4308-9488-B51C8F93006C}" type="datetimeFigureOut">
              <a:rPr lang="es-CO" smtClean="0"/>
              <a:t>17/03/2025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6384-69E2-48D5-BBD4-94435BAC7AC1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AEEE7-1896-4308-9488-B51C8F93006C}" type="datetimeFigureOut">
              <a:rPr lang="es-CO" smtClean="0"/>
              <a:t>17/03/2025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6384-69E2-48D5-BBD4-94435BAC7AC1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AB1AEEE7-1896-4308-9488-B51C8F93006C}" type="datetimeFigureOut">
              <a:rPr lang="es-CO" smtClean="0"/>
              <a:t>17/03/2025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24B26384-69E2-48D5-BBD4-94435BAC7AC1}" type="slidenum">
              <a:rPr lang="es-CO" smtClean="0"/>
              <a:t>‹Nº›</a:t>
            </a:fld>
            <a:endParaRPr lang="es-CO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Inducción </a:t>
            </a:r>
            <a:r>
              <a:rPr lang="es-CO" dirty="0" err="1"/>
              <a:t>matematica</a:t>
            </a:r>
            <a:endParaRPr lang="es-C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7102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Criba de Eratóstenes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Con este método podemos ver si un numero es primo o no.</a:t>
            </a:r>
          </a:p>
          <a:p>
            <a:pPr marL="137160" indent="0">
              <a:buNone/>
            </a:pPr>
            <a:r>
              <a:rPr lang="es-CO" dirty="0"/>
              <a:t>1. se debe extraer la raíz cuadrada del numero</a:t>
            </a:r>
          </a:p>
          <a:p>
            <a:pPr marL="137160" indent="0">
              <a:buNone/>
            </a:pPr>
            <a:r>
              <a:rPr lang="es-CO" dirty="0"/>
              <a:t>2. se hace una lista con los números primos que están por debajo de la raíz cuadrada</a:t>
            </a:r>
          </a:p>
          <a:p>
            <a:pPr marL="137160" indent="0">
              <a:buNone/>
            </a:pPr>
            <a:r>
              <a:rPr lang="es-CO" dirty="0"/>
              <a:t>3. se hacen divisiones para saber si el numero esta contenido </a:t>
            </a:r>
          </a:p>
          <a:p>
            <a:pPr marL="137160" indent="0">
              <a:buNone/>
            </a:pPr>
            <a:r>
              <a:rPr lang="es-CO" dirty="0"/>
              <a:t>4. Si ningún numero esta contenido entonces se dice que el numero es primo, en caso contario el  es compuesto</a:t>
            </a:r>
          </a:p>
        </p:txBody>
      </p:sp>
    </p:spTree>
    <p:extLst>
      <p:ext uri="{BB962C8B-B14F-4D97-AF65-F5344CB8AC3E}">
        <p14:creationId xmlns:p14="http://schemas.microsoft.com/office/powerpoint/2010/main" val="3914843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err="1"/>
              <a:t>Ejm</a:t>
            </a:r>
            <a:r>
              <a:rPr lang="es-CO" dirty="0"/>
              <a:t>: 2093,   239</a:t>
            </a:r>
          </a:p>
        </p:txBody>
      </p:sp>
    </p:spTree>
    <p:extLst>
      <p:ext uri="{BB962C8B-B14F-4D97-AF65-F5344CB8AC3E}">
        <p14:creationId xmlns:p14="http://schemas.microsoft.com/office/powerpoint/2010/main" val="1300114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https://www.youtube.com/watch?v=LpNHKkFSQII</a:t>
            </a:r>
          </a:p>
          <a:p>
            <a:endParaRPr lang="es-CO" dirty="0"/>
          </a:p>
          <a:p>
            <a:r>
              <a:rPr lang="es-CO" dirty="0" err="1"/>
              <a:t>Ejm</a:t>
            </a:r>
            <a:r>
              <a:rPr lang="es-CO" dirty="0"/>
              <a:t>:</a:t>
            </a:r>
          </a:p>
          <a:p>
            <a:r>
              <a:rPr lang="es-CO" dirty="0"/>
              <a:t>1+2+3+…+n= n(n+1)/2,  ∀n≥1</a:t>
            </a:r>
          </a:p>
        </p:txBody>
      </p:sp>
    </p:spTree>
    <p:extLst>
      <p:ext uri="{BB962C8B-B14F-4D97-AF65-F5344CB8AC3E}">
        <p14:creationId xmlns:p14="http://schemas.microsoft.com/office/powerpoint/2010/main" val="2044818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Inducción matemática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37160" indent="0">
              <a:buNone/>
            </a:pPr>
            <a:r>
              <a:rPr lang="es-CO" b="1" dirty="0"/>
              <a:t>Metodo1</a:t>
            </a:r>
          </a:p>
          <a:p>
            <a:pPr marL="137160" indent="0">
              <a:buNone/>
            </a:pPr>
            <a:r>
              <a:rPr lang="es-CO" dirty="0"/>
              <a:t>1. Se prueba un primer caso</a:t>
            </a:r>
          </a:p>
          <a:p>
            <a:pPr marL="137160" indent="0">
              <a:buNone/>
            </a:pPr>
            <a:r>
              <a:rPr lang="es-CO" dirty="0"/>
              <a:t>2. Se supone el caso de n=k</a:t>
            </a:r>
          </a:p>
          <a:p>
            <a:pPr marL="137160" indent="0">
              <a:buNone/>
            </a:pPr>
            <a:r>
              <a:rPr lang="es-CO" dirty="0"/>
              <a:t>3. Se demuestra el caso de n=k+1</a:t>
            </a:r>
          </a:p>
          <a:p>
            <a:pPr marL="137160" indent="0">
              <a:buNone/>
            </a:pPr>
            <a:endParaRPr lang="es-CO" dirty="0"/>
          </a:p>
          <a:p>
            <a:pPr marL="137160" indent="0">
              <a:buNone/>
            </a:pPr>
            <a:r>
              <a:rPr lang="es-CO" b="1" dirty="0"/>
              <a:t>Metodo2</a:t>
            </a:r>
          </a:p>
          <a:p>
            <a:pPr marL="137160" indent="0">
              <a:buNone/>
            </a:pPr>
            <a:r>
              <a:rPr lang="es-CO" dirty="0"/>
              <a:t>1. Se muestra un primer caso</a:t>
            </a:r>
          </a:p>
          <a:p>
            <a:pPr marL="137160" indent="0">
              <a:buNone/>
            </a:pPr>
            <a:r>
              <a:rPr lang="es-CO" dirty="0"/>
              <a:t>2. Se muestra un segundo caso</a:t>
            </a:r>
          </a:p>
          <a:p>
            <a:pPr marL="137160" indent="0">
              <a:buNone/>
            </a:pPr>
            <a:r>
              <a:rPr lang="es-CO" dirty="0"/>
              <a:t>3. Se muestra un tercer caso</a:t>
            </a:r>
          </a:p>
          <a:p>
            <a:pPr marL="137160" indent="0">
              <a:buNone/>
            </a:pPr>
            <a:r>
              <a:rPr lang="es-CO" dirty="0"/>
              <a:t>4. Se supone para un n=k-1</a:t>
            </a:r>
          </a:p>
          <a:p>
            <a:pPr marL="137160" indent="0">
              <a:buNone/>
            </a:pPr>
            <a:r>
              <a:rPr lang="es-CO" dirty="0"/>
              <a:t>5. Se demuestra para el caso n=k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37335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CO" dirty="0"/>
                  <a:t>Ejm:</a:t>
                </a:r>
              </a:p>
              <a:p>
                <a:r>
                  <a:rPr lang="es-CO" dirty="0"/>
                  <a:t>1+3+5+7+…+(2n-1)=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s-CO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CO" dirty="0"/>
                  <a:t> , ∀n≥1</a:t>
                </a:r>
              </a:p>
              <a:p>
                <a:r>
                  <a:rPr lang="es-CO" dirty="0"/>
                  <a:t> </a:t>
                </a:r>
              </a:p>
              <a:p>
                <a:r>
                  <a:rPr lang="es-CO" dirty="0" err="1"/>
                  <a:t>Ejm</a:t>
                </a:r>
                <a:r>
                  <a:rPr lang="es-CO" dirty="0"/>
                  <a:t>: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s-CO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CO" dirty="0"/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s-CO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CO" dirty="0"/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s-CO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s-CO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s-CO" dirty="0"/>
                  <a:t>+…+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smtClean="0">
                            <a:latin typeface="Cambria Math"/>
                          </a:rPr>
                          <m:t>(2</m:t>
                        </m:r>
                        <m:r>
                          <a:rPr lang="es-CO" b="0" i="1" smtClean="0">
                            <a:latin typeface="Cambria Math"/>
                          </a:rPr>
                          <m:t>𝑛</m:t>
                        </m:r>
                        <m:r>
                          <a:rPr lang="es-CO" b="0" i="1" smtClean="0">
                            <a:latin typeface="Cambria Math"/>
                          </a:rPr>
                          <m:t>−1)</m:t>
                        </m:r>
                      </m:e>
                      <m:sup>
                        <m:r>
                          <a:rPr lang="es-CO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CO" dirty="0"/>
                  <a:t> =n(4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s-CO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CO" dirty="0"/>
                  <a:t>-1)/3 , ∀n≥1</a:t>
                </a:r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95" r="-103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26183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értice">
  <a:themeElements>
    <a:clrScheme name="Vértice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Vértice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Vértice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422</TotalTime>
  <Words>225</Words>
  <Application>Microsoft Office PowerPoint</Application>
  <PresentationFormat>Presentación en pantalla (4:3)</PresentationFormat>
  <Paragraphs>29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Book Antiqua</vt:lpstr>
      <vt:lpstr>Cambria Math</vt:lpstr>
      <vt:lpstr>Lucida Sans</vt:lpstr>
      <vt:lpstr>Wingdings</vt:lpstr>
      <vt:lpstr>Wingdings 2</vt:lpstr>
      <vt:lpstr>Wingdings 3</vt:lpstr>
      <vt:lpstr>Vértice</vt:lpstr>
      <vt:lpstr>Inducción matematica</vt:lpstr>
      <vt:lpstr>Criba de Eratóstenes</vt:lpstr>
      <vt:lpstr>Presentación de PowerPoint</vt:lpstr>
      <vt:lpstr>Presentación de PowerPoint</vt:lpstr>
      <vt:lpstr>Inducción matemática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Chucalito1</dc:creator>
  <cp:lastModifiedBy>USUARIO</cp:lastModifiedBy>
  <cp:revision>7</cp:revision>
  <dcterms:created xsi:type="dcterms:W3CDTF">2019-06-17T15:28:34Z</dcterms:created>
  <dcterms:modified xsi:type="dcterms:W3CDTF">2025-03-17T21:08:13Z</dcterms:modified>
</cp:coreProperties>
</file>