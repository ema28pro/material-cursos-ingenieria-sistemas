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F3A93F57-8345-45B1-AFED-1FA91AB517F7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A723B9E-5B89-430A-B552-80F00C61A822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Diagrama de árbol</a:t>
            </a:r>
          </a:p>
        </p:txBody>
      </p:sp>
    </p:spTree>
    <p:extLst>
      <p:ext uri="{BB962C8B-B14F-4D97-AF65-F5344CB8AC3E}">
        <p14:creationId xmlns:p14="http://schemas.microsoft.com/office/powerpoint/2010/main" val="189084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00808"/>
            <a:ext cx="7704856" cy="2598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6142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</TotalTime>
  <Words>3</Words>
  <Application>Microsoft Office PowerPoint</Application>
  <PresentationFormat>Presentación en pantalla (4:3)</PresentationFormat>
  <Paragraphs>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Book Antiqua</vt:lpstr>
      <vt:lpstr>Lucida Sans</vt:lpstr>
      <vt:lpstr>Wingdings</vt:lpstr>
      <vt:lpstr>Wingdings 2</vt:lpstr>
      <vt:lpstr>Wingdings 3</vt:lpstr>
      <vt:lpstr>Vértice</vt:lpstr>
      <vt:lpstr>Diagrama de árbol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arbol</dc:title>
  <dc:creator>Chucalito1</dc:creator>
  <cp:lastModifiedBy>Asus</cp:lastModifiedBy>
  <cp:revision>2</cp:revision>
  <dcterms:created xsi:type="dcterms:W3CDTF">2017-09-13T15:15:48Z</dcterms:created>
  <dcterms:modified xsi:type="dcterms:W3CDTF">2022-07-21T16:30:58Z</dcterms:modified>
</cp:coreProperties>
</file>