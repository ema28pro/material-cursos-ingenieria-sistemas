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  <p:sldId id="261" r:id="rId7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F36A8-D71C-43B0-9E70-128411AC2A50}" type="datetimeFigureOut">
              <a:rPr lang="es-CO" smtClean="0"/>
              <a:t>30/07/2019</a:t>
            </a:fld>
            <a:endParaRPr lang="es-CO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D3DE-141F-4E3C-8B7E-6AB61EA46B86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F36A8-D71C-43B0-9E70-128411AC2A50}" type="datetimeFigureOut">
              <a:rPr lang="es-CO" smtClean="0"/>
              <a:t>30/07/2019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D3DE-141F-4E3C-8B7E-6AB61EA46B8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F36A8-D71C-43B0-9E70-128411AC2A50}" type="datetimeFigureOut">
              <a:rPr lang="es-CO" smtClean="0"/>
              <a:t>30/07/2019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08F0D3DE-141F-4E3C-8B7E-6AB61EA46B86}" type="slidenum">
              <a:rPr lang="es-CO" smtClean="0"/>
              <a:t>‹Nº›</a:t>
            </a:fld>
            <a:endParaRPr lang="es-C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F36A8-D71C-43B0-9E70-128411AC2A50}" type="datetimeFigureOut">
              <a:rPr lang="es-CO" smtClean="0"/>
              <a:t>30/07/2019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D3DE-141F-4E3C-8B7E-6AB61EA46B8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F36A8-D71C-43B0-9E70-128411AC2A50}" type="datetimeFigureOut">
              <a:rPr lang="es-CO" smtClean="0"/>
              <a:t>30/07/2019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D3DE-141F-4E3C-8B7E-6AB61EA46B8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F36A8-D71C-43B0-9E70-128411AC2A50}" type="datetimeFigureOut">
              <a:rPr lang="es-CO" smtClean="0"/>
              <a:t>30/07/2019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D3DE-141F-4E3C-8B7E-6AB61EA46B8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F36A8-D71C-43B0-9E70-128411AC2A50}" type="datetimeFigureOut">
              <a:rPr lang="es-CO" smtClean="0"/>
              <a:t>30/07/2019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D3DE-141F-4E3C-8B7E-6AB61EA46B8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F36A8-D71C-43B0-9E70-128411AC2A50}" type="datetimeFigureOut">
              <a:rPr lang="es-CO" smtClean="0"/>
              <a:t>30/07/2019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D3DE-141F-4E3C-8B7E-6AB61EA46B8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s-E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F36A8-D71C-43B0-9E70-128411AC2A50}" type="datetimeFigureOut">
              <a:rPr lang="es-CO" smtClean="0"/>
              <a:t>30/07/2019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D3DE-141F-4E3C-8B7E-6AB61EA46B8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F36A8-D71C-43B0-9E70-128411AC2A50}" type="datetimeFigureOut">
              <a:rPr lang="es-CO" smtClean="0"/>
              <a:t>30/07/2019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D3DE-141F-4E3C-8B7E-6AB61EA46B8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F36A8-D71C-43B0-9E70-128411AC2A50}" type="datetimeFigureOut">
              <a:rPr lang="es-CO" smtClean="0"/>
              <a:t>30/07/2019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D3DE-141F-4E3C-8B7E-6AB61EA46B86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A0F36A8-D71C-43B0-9E70-128411AC2A50}" type="datetimeFigureOut">
              <a:rPr lang="es-CO" smtClean="0"/>
              <a:t>30/07/2019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8F0D3DE-141F-4E3C-8B7E-6AB61EA46B86}" type="slidenum">
              <a:rPr lang="es-CO" smtClean="0"/>
              <a:t>‹Nº›</a:t>
            </a:fld>
            <a:endParaRPr lang="es-C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smtClean="0"/>
              <a:t>Combinaciones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4822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Combinación</a:t>
            </a:r>
            <a:br>
              <a:rPr lang="es-CO" dirty="0"/>
            </a:b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s-CO" dirty="0" smtClean="0"/>
              <a:t>Es una técnica </a:t>
            </a:r>
            <a:r>
              <a:rPr lang="es-CO" dirty="0"/>
              <a:t>de conteo que permite calcular el número de arreglos que pueden realizarse con todos o con una parte de los elementos de un solo conjunto, en donde no interesa el orden de los elementos entre sí</a:t>
            </a:r>
            <a:r>
              <a:rPr lang="es-CO" dirty="0" smtClean="0"/>
              <a:t>.</a:t>
            </a:r>
          </a:p>
          <a:p>
            <a:pPr marL="137160" indent="0">
              <a:buNone/>
            </a:pPr>
            <a:endParaRPr lang="es-CO" dirty="0"/>
          </a:p>
          <a:p>
            <a:endParaRPr lang="es-CO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819926"/>
            <a:ext cx="4392488" cy="2763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38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Ejercicios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b="1" dirty="0" smtClean="0"/>
              <a:t>Si </a:t>
            </a:r>
            <a:r>
              <a:rPr lang="es-CO" b="1" dirty="0"/>
              <a:t>se seleccionan cinco cartas de un grupo de nueve, ¿cuantas combinaciones de cinco cartas habría</a:t>
            </a:r>
            <a:r>
              <a:rPr lang="es-CO" b="1" dirty="0" smtClean="0"/>
              <a:t>?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13964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1556792"/>
            <a:ext cx="7536837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62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1700808"/>
            <a:ext cx="8327065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4044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Combinación con repetición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CO" dirty="0" smtClean="0"/>
              <a:t>Sea </a:t>
            </a:r>
            <a:r>
              <a:rPr lang="es-CO" dirty="0"/>
              <a:t>A un conjunto con n elementos y </a:t>
            </a:r>
            <a:r>
              <a:rPr lang="es-CO" dirty="0" smtClean="0"/>
              <a:t>r </a:t>
            </a:r>
            <a:r>
              <a:rPr lang="es-CO" dirty="0"/>
              <a:t>un natural menor o igual que n.</a:t>
            </a:r>
            <a:r>
              <a:rPr lang="es-CO" dirty="0"/>
              <a:t/>
            </a:r>
            <a:br>
              <a:rPr lang="es-CO" dirty="0"/>
            </a:br>
            <a:r>
              <a:rPr lang="es-CO" dirty="0"/>
              <a:t>Llamamos combinación con repetición de </a:t>
            </a:r>
            <a:r>
              <a:rPr lang="es-CO" dirty="0" smtClean="0"/>
              <a:t>r </a:t>
            </a:r>
            <a:r>
              <a:rPr lang="es-CO" dirty="0"/>
              <a:t>elementos de A </a:t>
            </a:r>
            <a:r>
              <a:rPr lang="es-CO" dirty="0" err="1"/>
              <a:t>a</a:t>
            </a:r>
            <a:r>
              <a:rPr lang="es-CO" dirty="0"/>
              <a:t> todo subconjunto de </a:t>
            </a:r>
            <a:r>
              <a:rPr lang="es-CO" dirty="0" smtClean="0"/>
              <a:t>r </a:t>
            </a:r>
            <a:r>
              <a:rPr lang="es-CO" dirty="0"/>
              <a:t>elementos de A en el que un elemento puede aparecer hasta </a:t>
            </a:r>
            <a:r>
              <a:rPr lang="es-CO" dirty="0" smtClean="0"/>
              <a:t>r </a:t>
            </a:r>
            <a:r>
              <a:rPr lang="es-CO" dirty="0"/>
              <a:t>veces. En este caso sólo nos importa la naturaleza, no el orden y además podemos repetir elementos.</a:t>
            </a:r>
            <a:r>
              <a:rPr lang="es-CO" dirty="0"/>
              <a:t/>
            </a:r>
            <a:br>
              <a:rPr lang="es-CO" dirty="0"/>
            </a:br>
            <a:r>
              <a:rPr lang="es-CO" dirty="0"/>
              <a:t>El número de combinaciones con repetición viene dado por</a:t>
            </a:r>
            <a:r>
              <a:rPr lang="es-CO" dirty="0" smtClean="0"/>
              <a:t>:</a:t>
            </a:r>
          </a:p>
          <a:p>
            <a:pPr marL="137160" indent="0">
              <a:buNone/>
            </a:pPr>
            <a:r>
              <a:rPr lang="es-CO" dirty="0"/>
              <a:t/>
            </a:r>
            <a:br>
              <a:rPr lang="es-CO" dirty="0"/>
            </a:br>
            <a:r>
              <a:rPr lang="es-CO" dirty="0"/>
              <a:t> </a:t>
            </a:r>
            <a:endParaRPr lang="es-CO" dirty="0" smtClean="0"/>
          </a:p>
          <a:p>
            <a:pPr marL="137160" indent="0">
              <a:buNone/>
            </a:pPr>
            <a:endParaRPr lang="es-CO" dirty="0" smtClean="0"/>
          </a:p>
          <a:p>
            <a:pPr marL="137160" indent="0">
              <a:buNone/>
            </a:pPr>
            <a:r>
              <a:rPr lang="es-CO" dirty="0" err="1" smtClean="0"/>
              <a:t>Ejm</a:t>
            </a:r>
            <a:r>
              <a:rPr lang="es-CO" dirty="0" smtClean="0"/>
              <a:t>:</a:t>
            </a:r>
          </a:p>
          <a:p>
            <a:pPr marL="137160" indent="0">
              <a:buNone/>
            </a:pPr>
            <a:r>
              <a:rPr lang="es-CO" dirty="0"/>
              <a:t>En una pastelería hay 6 tipos distintos de pasteles. ¿De cuántas formas se pueden elegir 4 </a:t>
            </a:r>
            <a:r>
              <a:rPr lang="es-CO" dirty="0" smtClean="0"/>
              <a:t>pasteles para repetir?.</a:t>
            </a:r>
            <a:endParaRPr lang="es-CO" dirty="0"/>
          </a:p>
          <a:p>
            <a:pPr marL="137160" indent="0">
              <a:buNone/>
            </a:pPr>
            <a:endParaRPr lang="es-CO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861048"/>
            <a:ext cx="3809854" cy="1130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87663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értice">
  <a:themeElements>
    <a:clrScheme name="Vértice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Vért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61</TotalTime>
  <Words>83</Words>
  <Application>Microsoft Office PowerPoint</Application>
  <PresentationFormat>Presentación en pantalla (4:3)</PresentationFormat>
  <Paragraphs>11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Vértice</vt:lpstr>
      <vt:lpstr>Combinaciones</vt:lpstr>
      <vt:lpstr>Combinación </vt:lpstr>
      <vt:lpstr>Ejercicios</vt:lpstr>
      <vt:lpstr>Presentación de PowerPoint</vt:lpstr>
      <vt:lpstr>Presentación de PowerPoint</vt:lpstr>
      <vt:lpstr>Combinación con repetición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Combinaciones</dc:title>
  <dc:creator>Chucalito1</dc:creator>
  <cp:lastModifiedBy>Chucalito1</cp:lastModifiedBy>
  <cp:revision>4</cp:revision>
  <dcterms:created xsi:type="dcterms:W3CDTF">2019-07-30T15:00:12Z</dcterms:created>
  <dcterms:modified xsi:type="dcterms:W3CDTF">2019-07-30T16:01:18Z</dcterms:modified>
</cp:coreProperties>
</file>