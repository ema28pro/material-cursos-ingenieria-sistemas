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6D6A480D-2212-4D90-B9E1-C4E39B839779}" type="datetimeFigureOut">
              <a:rPr lang="es-CO" smtClean="0"/>
              <a:t>21/07/2022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4730F436-A79B-4E19-84B7-9FCA5DCC4F3A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Relación en recurrencia</a:t>
            </a:r>
          </a:p>
        </p:txBody>
      </p:sp>
    </p:spTree>
    <p:extLst>
      <p:ext uri="{BB962C8B-B14F-4D97-AF65-F5344CB8AC3E}">
        <p14:creationId xmlns:p14="http://schemas.microsoft.com/office/powerpoint/2010/main" val="2495536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889208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9994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12149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93096"/>
            <a:ext cx="8208912" cy="93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183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556792"/>
            <a:ext cx="6234785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585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196752"/>
            <a:ext cx="6912768" cy="465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759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08720"/>
            <a:ext cx="782686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8689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7" y="1196752"/>
            <a:ext cx="7704856" cy="134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45836"/>
            <a:ext cx="7776216" cy="771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8549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268760"/>
            <a:ext cx="7071185" cy="2160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408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556792"/>
            <a:ext cx="6669686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031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7397991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841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52736"/>
            <a:ext cx="6768752" cy="4223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095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99" y="980727"/>
            <a:ext cx="7056785" cy="3701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5469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98" y="1628800"/>
            <a:ext cx="7904515" cy="936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89538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94</TotalTime>
  <Words>3</Words>
  <Application>Microsoft Office PowerPoint</Application>
  <PresentationFormat>Presentación en pantalla (4:3)</PresentationFormat>
  <Paragraphs>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Book Antiqua</vt:lpstr>
      <vt:lpstr>Lucida Sans</vt:lpstr>
      <vt:lpstr>Wingdings</vt:lpstr>
      <vt:lpstr>Wingdings 2</vt:lpstr>
      <vt:lpstr>Wingdings 3</vt:lpstr>
      <vt:lpstr>Vértice</vt:lpstr>
      <vt:lpstr>Relación en recurrencia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Relación en recurrencia</dc:title>
  <dc:creator>Chucalito1</dc:creator>
  <cp:lastModifiedBy>Asus</cp:lastModifiedBy>
  <cp:revision>7</cp:revision>
  <dcterms:created xsi:type="dcterms:W3CDTF">2017-09-13T14:34:13Z</dcterms:created>
  <dcterms:modified xsi:type="dcterms:W3CDTF">2022-07-21T16:32:52Z</dcterms:modified>
</cp:coreProperties>
</file>