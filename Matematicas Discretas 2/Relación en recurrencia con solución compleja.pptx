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ADBFB-1776-1FCE-DD6C-4EA5C7A54D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Relación en recurrencia con solución compleja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2555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EBF5A95-A0A2-B321-D3A5-ECE58471F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566" y="321835"/>
            <a:ext cx="7418868" cy="6214329"/>
          </a:xfrm>
        </p:spPr>
      </p:pic>
    </p:spTree>
    <p:extLst>
      <p:ext uri="{BB962C8B-B14F-4D97-AF65-F5344CB8AC3E}">
        <p14:creationId xmlns:p14="http://schemas.microsoft.com/office/powerpoint/2010/main" val="376055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3E8DD-3928-2249-6A78-DB87229B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r>
              <a:rPr lang="es-CO" dirty="0"/>
              <a:t>Ejercicio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290612-B5D8-46A2-2516-8C22D0340729}"/>
              </a:ext>
            </a:extLst>
          </p:cNvPr>
          <p:cNvSpPr txBox="1"/>
          <p:nvPr/>
        </p:nvSpPr>
        <p:spPr>
          <a:xfrm>
            <a:off x="1026943" y="2532185"/>
            <a:ext cx="7272996" cy="5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CO" sz="2800" kern="1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s-CO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 </a:t>
            </a:r>
            <a:r>
              <a:rPr lang="es-CO" sz="2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CO" sz="2800" kern="1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s-CO" sz="2800" kern="1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-1  </a:t>
            </a:r>
            <a:r>
              <a:rPr lang="es-CO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 2 </a:t>
            </a:r>
            <a:r>
              <a:rPr lang="es-CO" sz="2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CO" sz="2800" kern="1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s-CO" sz="2800" kern="1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-2  </a:t>
            </a:r>
            <a:endParaRPr lang="es-CO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2622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23</TotalTime>
  <Words>19</Words>
  <Application>Microsoft Office PowerPoint</Application>
  <PresentationFormat>Panorámica</PresentationFormat>
  <Paragraphs>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Tw Cen MT</vt:lpstr>
      <vt:lpstr>Circuito</vt:lpstr>
      <vt:lpstr>Relación en recurrencia con solución compleja</vt:lpstr>
      <vt:lpstr>Presentación de PowerPoint</vt:lpstr>
      <vt:lpstr> 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2</cp:revision>
  <dcterms:created xsi:type="dcterms:W3CDTF">2024-10-04T02:52:47Z</dcterms:created>
  <dcterms:modified xsi:type="dcterms:W3CDTF">2024-10-07T16:56:16Z</dcterms:modified>
</cp:coreProperties>
</file>