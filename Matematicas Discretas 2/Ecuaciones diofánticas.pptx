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48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275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460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598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74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564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16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756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130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86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0810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780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6659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7736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509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8005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5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8A7C9-0C9A-4B8C-846B-FA430412009E}" type="datetimeFigureOut">
              <a:rPr lang="es-CO" smtClean="0"/>
              <a:t>15/08/2024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7A18C-DC49-4BBA-B25F-C2588A594D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2833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CCA50-3B0A-AE0C-C260-E2C0454BC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Ecuaciones diofánticas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321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E02DC-9513-5AF5-D5D0-AB3CD178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0217"/>
            <a:ext cx="9905998" cy="1478570"/>
          </a:xfrm>
        </p:spPr>
        <p:txBody>
          <a:bodyPr/>
          <a:lstStyle/>
          <a:p>
            <a:r>
              <a:rPr lang="es-ES" b="1" dirty="0"/>
              <a:t>Ecuación diofántica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E0CBF-D754-6FDC-3B52-7D48E36B5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99616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Las ecuaciones diofánticas tienen la forma  </a:t>
            </a:r>
            <a:r>
              <a:rPr lang="es-E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ax+by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=c </a:t>
            </a:r>
            <a:r>
              <a:rPr lang="es-ES" dirty="0"/>
              <a:t>,  elementos enteros .</a:t>
            </a:r>
          </a:p>
          <a:p>
            <a:pPr marL="0" indent="0">
              <a:buNone/>
            </a:pPr>
            <a:r>
              <a:rPr lang="es-ES" dirty="0"/>
              <a:t>La ecuación   </a:t>
            </a:r>
            <a:r>
              <a:rPr lang="es-E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b="1" i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 = c  </a:t>
            </a:r>
            <a:r>
              <a:rPr lang="es-ES" dirty="0"/>
              <a:t>tiene solución entera 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dIc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,  con d=</a:t>
            </a:r>
            <a:r>
              <a:rPr 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gcd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s-E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Método 1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BCC97F-4134-AC5E-4A7A-F77D63D9C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6" y="3894913"/>
            <a:ext cx="4883908" cy="16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9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5E5AA-D65A-DD01-9B1C-9CECA95C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Ecuaciones diofánticas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F29E49-5526-CD91-810F-55298404A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Método 2</a:t>
            </a:r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F2238E-56E7-30E5-6B2D-7856CC68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56" y="2557461"/>
            <a:ext cx="5669551" cy="271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0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7D96E-718C-742E-99E3-D4A9C5DA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96488"/>
            <a:ext cx="9905998" cy="870311"/>
          </a:xfrm>
        </p:spPr>
        <p:txBody>
          <a:bodyPr/>
          <a:lstStyle/>
          <a:p>
            <a:r>
              <a:rPr lang="es-ES" dirty="0"/>
              <a:t>Ejercicios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BD9E6C-8D10-3BA8-73AA-AF0EB2920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13" y="1291882"/>
            <a:ext cx="10930597" cy="481349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Resolver las siguientes ecuaciones </a:t>
            </a:r>
          </a:p>
          <a:p>
            <a:r>
              <a:rPr lang="es-ES" dirty="0"/>
              <a:t>1) 56x +72y =40</a:t>
            </a:r>
          </a:p>
          <a:p>
            <a:r>
              <a:rPr lang="es-ES" dirty="0"/>
              <a:t>2) 20x+50y=280</a:t>
            </a:r>
          </a:p>
          <a:p>
            <a:r>
              <a:rPr lang="es-ES" dirty="0"/>
              <a:t>3) Un granjero compro 100 cabezas de animales entre pavos, corderos y cerdos. Los pavos costaron $120 c/u , los corderos $50  c/u y los cerdos $25 c/u. Si compró al menos un animal de cada especie, ¿ Cuantos pavos, corderos y cerdos compró con $4000?</a:t>
            </a:r>
          </a:p>
          <a:p>
            <a:r>
              <a:rPr lang="es-ES" dirty="0"/>
              <a:t>4) Pepito compró una docena de frutas entre manzanas y naranjas por $1,32. Una manzana cuesta 3 centavos más que la naranja y compra mas manzanas que naranjas, cuantas frutas compró de cada una.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10579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76</TotalTime>
  <Words>168</Words>
  <Application>Microsoft Office PowerPoint</Application>
  <PresentationFormat>Panorámica</PresentationFormat>
  <Paragraphs>17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Circuito</vt:lpstr>
      <vt:lpstr>Ecuaciones diofánticas</vt:lpstr>
      <vt:lpstr>Ecuación diofántica</vt:lpstr>
      <vt:lpstr>Ecuaciones diofánticas</vt:lpstr>
      <vt:lpstr>Ejercicios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2024-08-16T01:14:00Z</dcterms:created>
  <dcterms:modified xsi:type="dcterms:W3CDTF">2024-08-16T02:30:07Z</dcterms:modified>
</cp:coreProperties>
</file>