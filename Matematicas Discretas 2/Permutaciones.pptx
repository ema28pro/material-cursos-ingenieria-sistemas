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1CE83C3-E867-4C41-8871-1374261DBF6C}" type="datetimeFigureOut">
              <a:rPr lang="es-CO" smtClean="0"/>
              <a:t>7/09/2023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01ADA02-2B30-4270-9C45-5BAABAAD4158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Permutaciones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8694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b="1" dirty="0"/>
              <a:t>Definición: </a:t>
            </a:r>
          </a:p>
          <a:p>
            <a:pPr marL="137160" indent="0">
              <a:buNone/>
            </a:pPr>
            <a:r>
              <a:rPr lang="es-CO" dirty="0"/>
              <a:t>Una permutación es la variación del orden o posición de los elementos de un conjunto ordenado.</a:t>
            </a:r>
          </a:p>
          <a:p>
            <a:pPr marL="137160" indent="0">
              <a:buNone/>
            </a:pPr>
            <a:endParaRPr lang="es-CO" dirty="0"/>
          </a:p>
          <a:p>
            <a:pPr marL="137160" indent="0">
              <a:buNone/>
            </a:pPr>
            <a:r>
              <a:rPr lang="es-CO" dirty="0"/>
              <a:t>Nota: En la permutación interesa el orden, el lugar de la posición que ocupa cada elemento.</a:t>
            </a:r>
          </a:p>
          <a:p>
            <a:pPr marL="137160" indent="0">
              <a:buNone/>
            </a:pPr>
            <a:endParaRPr lang="es-CO" dirty="0"/>
          </a:p>
          <a:p>
            <a:pPr marL="137160" indent="0">
              <a:buNone/>
            </a:pPr>
            <a:endParaRPr lang="es-CO" dirty="0"/>
          </a:p>
          <a:p>
            <a:pPr marL="137160" indent="0">
              <a:buNone/>
            </a:pPr>
            <a:r>
              <a:rPr lang="es-CO" dirty="0"/>
              <a:t>  </a:t>
            </a:r>
          </a:p>
        </p:txBody>
      </p:sp>
    </p:spTree>
    <p:extLst>
      <p:ext uri="{BB962C8B-B14F-4D97-AF65-F5344CB8AC3E}">
        <p14:creationId xmlns:p14="http://schemas.microsoft.com/office/powerpoint/2010/main" val="278287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Clases de permutaciones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37160" indent="0">
              <a:buNone/>
            </a:pPr>
            <a:r>
              <a:rPr lang="es-CO" dirty="0"/>
              <a:t> Sin repetición, donde intervienen todos los elementos  </a:t>
            </a:r>
          </a:p>
          <a:p>
            <a:pPr marL="137160" indent="0">
              <a:buNone/>
            </a:pPr>
            <a:r>
              <a:rPr lang="es-CO" dirty="0" err="1"/>
              <a:t>P</a:t>
            </a:r>
            <a:r>
              <a:rPr lang="es-CO" baseline="-25000" dirty="0" err="1"/>
              <a:t>n</a:t>
            </a:r>
            <a:r>
              <a:rPr lang="es-CO" dirty="0"/>
              <a:t>=n!=n.(n-1)….3.2.1</a:t>
            </a:r>
          </a:p>
          <a:p>
            <a:pPr marL="137160" indent="0">
              <a:buNone/>
            </a:pPr>
            <a:endParaRPr lang="es-CO" dirty="0"/>
          </a:p>
          <a:p>
            <a:pPr marL="137160" indent="0">
              <a:buNone/>
            </a:pPr>
            <a:r>
              <a:rPr lang="es-CO" dirty="0" err="1"/>
              <a:t>Ejm</a:t>
            </a:r>
            <a:r>
              <a:rPr lang="es-CO" dirty="0"/>
              <a:t>: Considere las 5 vocales, hallar el numero de ordenaciones posibles</a:t>
            </a:r>
          </a:p>
          <a:p>
            <a:pPr marL="137160" indent="0">
              <a:buNone/>
            </a:pPr>
            <a:endParaRPr lang="es-CO" dirty="0"/>
          </a:p>
          <a:p>
            <a:pPr marL="137160" indent="0">
              <a:buNone/>
            </a:pPr>
            <a:r>
              <a:rPr lang="es-CO" dirty="0" err="1"/>
              <a:t>Ejm</a:t>
            </a:r>
            <a:r>
              <a:rPr lang="es-CO" dirty="0"/>
              <a:t>: Calcular cuantos números de 4 cifras distintas pueden formarse con los dígitos 2,4,6,8, que posición ocupa la posición 16 si se ordenan en forma creciente</a:t>
            </a:r>
          </a:p>
          <a:p>
            <a:pPr marL="137160" indent="0">
              <a:buNone/>
            </a:pP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3772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Permutación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CO" dirty="0"/>
              <a:t>.</a:t>
            </a:r>
          </a:p>
          <a:p>
            <a:endParaRPr lang="es-CO" dirty="0"/>
          </a:p>
          <a:p>
            <a:r>
              <a:rPr lang="es-CO" dirty="0"/>
              <a:t>P=n!/(n-k)! ,       sin repetición</a:t>
            </a:r>
          </a:p>
          <a:p>
            <a:endParaRPr lang="es-CO" dirty="0"/>
          </a:p>
          <a:p>
            <a:r>
              <a:rPr lang="es-CO" dirty="0" err="1"/>
              <a:t>Ejm</a:t>
            </a:r>
            <a:r>
              <a:rPr lang="es-CO" dirty="0"/>
              <a:t>: De cuantas formas puede una empresa programar a 3 </a:t>
            </a:r>
            <a:r>
              <a:rPr lang="es-CO" dirty="0" err="1"/>
              <a:t>conferensistas</a:t>
            </a:r>
            <a:r>
              <a:rPr lang="es-CO" dirty="0"/>
              <a:t> si </a:t>
            </a:r>
            <a:r>
              <a:rPr lang="es-CO" dirty="0" err="1"/>
              <a:t>estan</a:t>
            </a:r>
            <a:r>
              <a:rPr lang="es-CO" dirty="0"/>
              <a:t> disponibles en 5 fechas posibles?</a:t>
            </a:r>
          </a:p>
          <a:p>
            <a:endParaRPr lang="es-CO" dirty="0"/>
          </a:p>
          <a:p>
            <a:r>
              <a:rPr lang="es-CO" dirty="0" err="1"/>
              <a:t>Ejm</a:t>
            </a:r>
            <a:r>
              <a:rPr lang="es-CO" dirty="0"/>
              <a:t>: ¿ De cuántas formas diferentes se pueden sentar seis alumnos en un salón de clases con 25 pupitres en forma ordenada?</a:t>
            </a:r>
          </a:p>
          <a:p>
            <a:pPr marL="137160" indent="0">
              <a:buNone/>
            </a:pPr>
            <a:endParaRPr lang="es-CO" dirty="0"/>
          </a:p>
          <a:p>
            <a:r>
              <a:rPr lang="es-CO" dirty="0" err="1"/>
              <a:t>Ejm</a:t>
            </a:r>
            <a:r>
              <a:rPr lang="es-CO" dirty="0"/>
              <a:t>: ¿Cuántos números se 2 cifras sin repetición se pueden formar con los dígitos 8, 2, 5, 4, 7?</a:t>
            </a:r>
          </a:p>
          <a:p>
            <a:endParaRPr lang="es-C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64" y="1700808"/>
            <a:ext cx="7848871" cy="435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850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Permutación con elementos distinguibles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 </a:t>
            </a:r>
          </a:p>
          <a:p>
            <a:endParaRPr lang="es-CO" dirty="0"/>
          </a:p>
          <a:p>
            <a:endParaRPr lang="es-CO" dirty="0"/>
          </a:p>
          <a:p>
            <a:pPr marL="137160" indent="0">
              <a:buNone/>
            </a:pPr>
            <a:endParaRPr lang="es-CO" dirty="0"/>
          </a:p>
          <a:p>
            <a:r>
              <a:rPr lang="es-CO" dirty="0" err="1"/>
              <a:t>Ejm</a:t>
            </a:r>
            <a:r>
              <a:rPr lang="es-CO" dirty="0"/>
              <a:t>: con la palabra titiribí cuantas ordenaciones posibles se pueden hacer</a:t>
            </a:r>
          </a:p>
          <a:p>
            <a:endParaRPr lang="es-CO" dirty="0"/>
          </a:p>
          <a:p>
            <a:r>
              <a:rPr lang="es-CO" dirty="0" err="1"/>
              <a:t>Ejm</a:t>
            </a:r>
            <a:r>
              <a:rPr lang="es-CO" dirty="0"/>
              <a:t>: De cuantas maneras diferentes se pueden acomodar 3 focos rojos, 4 amarillos , 2 azules en un árbol de navidad de 9 plafones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80" y="1700808"/>
            <a:ext cx="7961639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161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92696"/>
                <a:ext cx="8229600" cy="5616664"/>
              </a:xfrm>
            </p:spPr>
            <p:txBody>
              <a:bodyPr>
                <a:normAutofit/>
              </a:bodyPr>
              <a:lstStyle/>
              <a:p>
                <a:pPr marL="137160" indent="0">
                  <a:buNone/>
                </a:pPr>
                <a:r>
                  <a:rPr lang="es-CO" sz="4100" dirty="0"/>
                  <a:t>Permutación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sz="4100" b="0" i="0" smtClean="0">
                        <a:latin typeface="Cambria Math"/>
                      </a:rPr>
                      <m:t>del</m:t>
                    </m:r>
                    <m:r>
                      <a:rPr lang="es-CO" sz="4100" b="0" i="0" smtClean="0">
                        <a:latin typeface="Cambria Math"/>
                      </a:rPr>
                      <m:t>  </m:t>
                    </m:r>
                    <m:r>
                      <m:rPr>
                        <m:sty m:val="p"/>
                      </m:rPr>
                      <a:rPr lang="es-CO" sz="4100" b="0" i="0" smtClean="0">
                        <a:latin typeface="Cambria Math"/>
                      </a:rPr>
                      <m:t>tipo</m:t>
                    </m:r>
                    <m:r>
                      <a:rPr lang="es-CO" sz="4100" b="0" i="0" smtClean="0">
                        <a:latin typeface="Cambria Math"/>
                      </a:rPr>
                      <m:t>   </m:t>
                    </m:r>
                    <m:sSup>
                      <m:sSupPr>
                        <m:ctrlPr>
                          <a:rPr lang="es-CO" sz="4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41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s-CO" sz="4100" b="0" i="1" smtClean="0">
                            <a:latin typeface="Cambria Math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s-CO" sz="4100" dirty="0"/>
                  <a:t>.</a:t>
                </a:r>
              </a:p>
              <a:p>
                <a:pPr marL="137160" indent="0">
                  <a:buNone/>
                </a:pPr>
                <a:endParaRPr lang="es-CO" sz="4100" dirty="0"/>
              </a:p>
              <a:p>
                <a:pPr marL="137160" indent="0">
                  <a:buNone/>
                </a:pPr>
                <a:r>
                  <a:rPr lang="es-CO" dirty="0" err="1"/>
                  <a:t>Ejm</a:t>
                </a:r>
                <a:r>
                  <a:rPr lang="es-CO" dirty="0"/>
                  <a:t>: Supongamos que tenemos 20 niños de un grupo de Preescolar y 10 sabores de helados disponibles. ¿De cuántas formas diferentes podemos servir un helado a 20 niños?</a:t>
                </a:r>
              </a:p>
              <a:p>
                <a:pPr marL="137160" indent="0">
                  <a:buNone/>
                </a:pPr>
                <a:endParaRPr lang="es-CO" dirty="0"/>
              </a:p>
            </p:txBody>
          </p:sp>
        </mc:Choice>
        <mc:Fallback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92696"/>
                <a:ext cx="8229600" cy="5616664"/>
              </a:xfrm>
              <a:blipFill>
                <a:blip r:embed="rId2"/>
                <a:stretch>
                  <a:fillRect l="-963" t="-195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4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37160" indent="0">
              <a:buNone/>
            </a:pPr>
            <a:r>
              <a:rPr lang="es-CO" b="1" dirty="0"/>
              <a:t>Permutación cíclica</a:t>
            </a:r>
            <a:r>
              <a:rPr lang="es-CO" dirty="0"/>
              <a:t>:  se tienen n elementos entonces se calcula (n-1)!</a:t>
            </a:r>
          </a:p>
          <a:p>
            <a:endParaRPr lang="es-CO" dirty="0"/>
          </a:p>
          <a:p>
            <a:r>
              <a:rPr lang="es-CO" dirty="0" err="1"/>
              <a:t>Ejm</a:t>
            </a:r>
            <a:r>
              <a:rPr lang="es-CO" dirty="0"/>
              <a:t> De cuantas formas diferentes pueden sentarse 8 personas alrededor de una mesa redonda? </a:t>
            </a:r>
          </a:p>
          <a:p>
            <a:endParaRPr lang="es-CO" dirty="0"/>
          </a:p>
          <a:p>
            <a:r>
              <a:rPr lang="es-CO" dirty="0" err="1"/>
              <a:t>Ejm</a:t>
            </a:r>
            <a:r>
              <a:rPr lang="es-CO" dirty="0"/>
              <a:t>:  ¿De cuántas formas se pueden sentar 3 parejas de casados alrededor de una mesa circular, si no debe haber dos mujeres juntas ni dos hombres juntos?</a:t>
            </a:r>
          </a:p>
        </p:txBody>
      </p:sp>
    </p:spTree>
    <p:extLst>
      <p:ext uri="{BB962C8B-B14F-4D97-AF65-F5344CB8AC3E}">
        <p14:creationId xmlns:p14="http://schemas.microsoft.com/office/powerpoint/2010/main" val="155685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208</TotalTime>
  <Words>323</Words>
  <Application>Microsoft Office PowerPoint</Application>
  <PresentationFormat>Presentación en pantalla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Book Antiqua</vt:lpstr>
      <vt:lpstr>Cambria Math</vt:lpstr>
      <vt:lpstr>Lucida Sans</vt:lpstr>
      <vt:lpstr>Wingdings</vt:lpstr>
      <vt:lpstr>Wingdings 2</vt:lpstr>
      <vt:lpstr>Wingdings 3</vt:lpstr>
      <vt:lpstr>Vértice</vt:lpstr>
      <vt:lpstr>Permutaciones</vt:lpstr>
      <vt:lpstr>Presentación de PowerPoint</vt:lpstr>
      <vt:lpstr>Clases de permutaciones</vt:lpstr>
      <vt:lpstr>Permutación</vt:lpstr>
      <vt:lpstr>Permutación con elementos distinguibles</vt:lpstr>
      <vt:lpstr>.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Permutaciones</dc:title>
  <dc:creator>Chucalito1</dc:creator>
  <cp:lastModifiedBy>Asus</cp:lastModifiedBy>
  <cp:revision>14</cp:revision>
  <dcterms:created xsi:type="dcterms:W3CDTF">2019-07-25T14:42:21Z</dcterms:created>
  <dcterms:modified xsi:type="dcterms:W3CDTF">2023-09-07T20:16:16Z</dcterms:modified>
</cp:coreProperties>
</file>